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4C837-101E-665D-F364-35574A4B9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70F7D-BB6A-E883-1538-B9AE10D91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779A4-8DC2-9377-40F7-77B0F227B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A83F-3928-4016-8C9F-9448C7DEFEB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FDC93-700F-5CD4-6575-14C0F7D91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BD352-B572-CE7F-573D-BD96D0EB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866F-67C6-46BF-852F-2C7C1F311B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4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6715E-AC47-8506-5D64-9D334BDF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444E0-6103-5D6B-5021-6206BF32E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3240C-0689-245F-3549-0D729967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A83F-3928-4016-8C9F-9448C7DEFEB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6651D-EB7A-E8CD-36F6-33267810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8BD29-72EC-3A2B-B1EA-6FD8E533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866F-67C6-46BF-852F-2C7C1F311B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649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1876F-C97B-B0D4-325E-6ABAA2ECC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522-A76E-A2A5-08F6-28C98499E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C0E5A-3850-D032-3D96-7B95EE79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A83F-3928-4016-8C9F-9448C7DEFEB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A0348-E7A2-A176-E4BE-43917300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58AAA-91E7-621C-B95E-F6E2828BD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866F-67C6-46BF-852F-2C7C1F311B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95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A7A8-FF7D-CDAD-17B7-7591851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2FC62-E47E-B36D-D565-67AD2E9E0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BDA55-4394-7A11-7D17-40CBED87E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017B9-00D5-E7E5-B996-AE5A64994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A83F-3928-4016-8C9F-9448C7DEFEB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43066-7AB6-43BB-C6CD-DFF67DAA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D565D-4830-F9A3-1AB6-E8420B5BC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866F-67C6-46BF-852F-2C7C1F311B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143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5829B-E059-6B41-85A1-917921C34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C7B00-36C1-263E-E1D2-D13AF4D16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42659-9B2A-3CA3-1C75-E115F2F9E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5BFDD-C39B-9B12-5F0A-3CD3369F9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F9142-4024-B70D-3C49-CEFB8FFDC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A5FA5-767B-561F-91C0-AE944552A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A83F-3928-4016-8C9F-9448C7DEFEB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844D9E-F5FF-3983-3FB0-1EDF3F7C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2B2A23-AB5E-8CBF-D807-EED750E1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866F-67C6-46BF-852F-2C7C1F311B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961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C5135-92CA-BE15-792F-E8E738E2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1C654E-7107-6A19-4197-E688672FD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A83F-3928-4016-8C9F-9448C7DEFEB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CC1E3-FDB9-FA6C-1346-7B0C1696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41AC6-B772-B600-8CE5-123EC6B0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866F-67C6-46BF-852F-2C7C1F311B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07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2A4F0-76E9-0139-5D04-5E6A774E4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A83F-3928-4016-8C9F-9448C7DEFEB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865861-61A6-E51D-8234-A678739E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D98A9-F9E5-8564-A82C-08780F9C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866F-67C6-46BF-852F-2C7C1F311B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1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A1950-AC49-0CB3-197E-D591856CC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7D264-AD1A-CB11-7E9B-8B969ACFA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2DA02-2A0D-6FB9-815E-DF627B077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1D88B-E5BD-BDD2-AE70-F6C2D30E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A83F-3928-4016-8C9F-9448C7DEFEB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1C44C-FBA9-1101-E31F-D15404FDD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1F9AE-318B-0803-E56D-F2C52EC08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866F-67C6-46BF-852F-2C7C1F311B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18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8471-C250-A040-F973-A8D4CFF39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54EB30-5E73-45D7-9DEA-F55655C37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7D6B1-0208-48AF-C351-AC34E102D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C300B-6A02-6C9A-BDEF-B1B06AD67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A83F-3928-4016-8C9F-9448C7DEFEB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8404D-1B02-6CBC-09B7-FC40E2430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E28F6-0450-A79E-01EA-497DBC10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866F-67C6-46BF-852F-2C7C1F311B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92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D13F-88BD-B252-7780-2B9B83CB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182FC-93E3-F7A9-E3EB-4B1766381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B8039-7095-0377-AF75-95D717BB5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A83F-3928-4016-8C9F-9448C7DEFEB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0DD77-66CB-9EFB-8C76-D7C8BF3B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113FD-B518-6E09-553C-72464CBF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866F-67C6-46BF-852F-2C7C1F311B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406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7AB64F-7FE2-0FB2-1D7D-9D803651B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5298D-84C1-E41A-FF3E-7BDE971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82959-593B-8CC8-39EE-274B98ED4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A83F-3928-4016-8C9F-9448C7DEFEB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E849A-A322-DC52-266E-E8DDA629F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03EBA-64B1-972F-807A-2239997B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866F-67C6-46BF-852F-2C7C1F311B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39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CF704C-DE0C-50D0-B6DD-8AF55B1FC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FB554-1699-6317-6AEB-6AB918ECC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9AA17-3484-A457-9267-390129A24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3A83F-3928-4016-8C9F-9448C7DEFEB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28A42-9C4F-CC71-EF8E-FB1FBC57E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B2285-8114-039D-A83E-2E7D68F4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AA866F-67C6-46BF-852F-2C7C1F311B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08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40CC-BCBB-F5A4-170F-330462C0D4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DD and Twirling for Dynamic Circuits</a:t>
            </a:r>
          </a:p>
        </p:txBody>
      </p:sp>
    </p:spTree>
    <p:extLst>
      <p:ext uri="{BB962C8B-B14F-4D97-AF65-F5344CB8AC3E}">
        <p14:creationId xmlns:p14="http://schemas.microsoft.com/office/powerpoint/2010/main" val="3785878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54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DD and Twirling for Dynamic Circuits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Shreyansh Agarwal</dc:creator>
  <cp:lastModifiedBy>Shreyansh Agarwal</cp:lastModifiedBy>
  <cp:revision>1</cp:revision>
  <dcterms:created xsi:type="dcterms:W3CDTF">2026-02-02T10:55:11Z</dcterms:created>
  <dcterms:modified xsi:type="dcterms:W3CDTF">2026-02-02T10:55:51Z</dcterms:modified>
</cp:coreProperties>
</file>